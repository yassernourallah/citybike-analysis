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2828FB1-FA70-4C3C-B02F-7B9A8ACACCF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51D15B7-5029-49E8-8ADE-2E6D6E66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352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28FB1-FA70-4C3C-B02F-7B9A8ACACCF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15B7-5029-49E8-8ADE-2E6D6E66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83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28FB1-FA70-4C3C-B02F-7B9A8ACACCF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15B7-5029-49E8-8ADE-2E6D6E66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55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28FB1-FA70-4C3C-B02F-7B9A8ACACCF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15B7-5029-49E8-8ADE-2E6D6E66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188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28FB1-FA70-4C3C-B02F-7B9A8ACACCF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15B7-5029-49E8-8ADE-2E6D6E66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12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28FB1-FA70-4C3C-B02F-7B9A8ACACCF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15B7-5029-49E8-8ADE-2E6D6E66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81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28FB1-FA70-4C3C-B02F-7B9A8ACACCF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15B7-5029-49E8-8ADE-2E6D6E66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18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28FB1-FA70-4C3C-B02F-7B9A8ACACCF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15B7-5029-49E8-8ADE-2E6D6E66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3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28FB1-FA70-4C3C-B02F-7B9A8ACACCF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15B7-5029-49E8-8ADE-2E6D6E66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25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28FB1-FA70-4C3C-B02F-7B9A8ACACCF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15B7-5029-49E8-8ADE-2E6D6E66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456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28FB1-FA70-4C3C-B02F-7B9A8ACACCF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15B7-5029-49E8-8ADE-2E6D6E66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58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28FB1-FA70-4C3C-B02F-7B9A8ACACCF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15B7-5029-49E8-8ADE-2E6D6E66C4A2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95382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28FB1-FA70-4C3C-B02F-7B9A8ACACCF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15B7-5029-49E8-8ADE-2E6D6E66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483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28FB1-FA70-4C3C-B02F-7B9A8ACACCF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15B7-5029-49E8-8ADE-2E6D6E66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113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28FB1-FA70-4C3C-B02F-7B9A8ACACCF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15B7-5029-49E8-8ADE-2E6D6E66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01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28FB1-FA70-4C3C-B02F-7B9A8ACACCF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15B7-5029-49E8-8ADE-2E6D6E66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018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28FB1-FA70-4C3C-B02F-7B9A8ACACCF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D15B7-5029-49E8-8ADE-2E6D6E66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63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28FB1-FA70-4C3C-B02F-7B9A8ACACCF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D15B7-5029-49E8-8ADE-2E6D6E66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1854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17047-1AF3-6C51-6ECA-4F2014BAE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1213" y="406400"/>
            <a:ext cx="9144000" cy="2387600"/>
          </a:xfrm>
        </p:spPr>
        <p:txBody>
          <a:bodyPr/>
          <a:lstStyle/>
          <a:p>
            <a:r>
              <a:rPr lang="en-US" dirty="0">
                <a:latin typeface="Andalus" panose="02020603050405020304" pitchFamily="18" charset="-78"/>
                <a:cs typeface="Andalus" panose="02020603050405020304" pitchFamily="18" charset="-78"/>
              </a:rPr>
              <a:t>City Bike Analysis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D5DD6-4A38-C706-9F1F-C1AEFF111F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Advanced Python Framework for Urban Bike-Sharing Data Analysis</a:t>
            </a:r>
          </a:p>
          <a:p>
            <a:r>
              <a:rPr lang="en-US" b="1" dirty="0"/>
              <a:t>Presented By:</a:t>
            </a:r>
            <a:r>
              <a:rPr lang="en-US" dirty="0"/>
              <a:t> Yasser Nourallah</a:t>
            </a:r>
          </a:p>
        </p:txBody>
      </p:sp>
    </p:spTree>
    <p:extLst>
      <p:ext uri="{BB962C8B-B14F-4D97-AF65-F5344CB8AC3E}">
        <p14:creationId xmlns:p14="http://schemas.microsoft.com/office/powerpoint/2010/main" val="62456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35257-2759-8195-B6BB-D71044C4B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77" y="212118"/>
            <a:ext cx="9905998" cy="1478570"/>
          </a:xfrm>
        </p:spPr>
        <p:txBody>
          <a:bodyPr/>
          <a:lstStyle/>
          <a:p>
            <a:r>
              <a:rPr lang="en-US" b="1" dirty="0"/>
              <a:t>Project Vision &amp; Deliverables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54E202B-D5D8-EBB5-2363-F0B635C5C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Core Functionalities: Robust CSV Data Parsing &amp; Cleaning, Efficient Sorting via Merge Sort Algorithm, Statistical Reporting with NumPy, High-Impact Visualizations with Matplotlib.</a:t>
            </a:r>
          </a:p>
          <a:p>
            <a:r>
              <a:rPr lang="en-US" b="1" dirty="0"/>
              <a:t>Goal:</a:t>
            </a:r>
            <a:r>
              <a:rPr lang="en-US" dirty="0"/>
              <a:t> Create a modular, maintainable Python system for massive urban data processing.</a:t>
            </a:r>
          </a:p>
        </p:txBody>
      </p:sp>
    </p:spTree>
    <p:extLst>
      <p:ext uri="{BB962C8B-B14F-4D97-AF65-F5344CB8AC3E}">
        <p14:creationId xmlns:p14="http://schemas.microsoft.com/office/powerpoint/2010/main" val="131057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D18C2-ED59-5F26-67C7-61A89690C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Architecture &amp; 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C0F1E-6EE7-8210-A4D8-C4D61A2DC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Modular Design: </a:t>
            </a:r>
            <a:r>
              <a:rPr lang="en-US" dirty="0"/>
              <a:t>Clear Separation of Concerns (Domain , Logic, Factory, Analytics).</a:t>
            </a:r>
          </a:p>
          <a:p>
            <a:r>
              <a:rPr lang="en-US" b="1" dirty="0"/>
              <a:t>Oriented Programming(OOP):</a:t>
            </a:r>
            <a:r>
              <a:rPr lang="en-US" dirty="0"/>
              <a:t> Abstract Base Classes (ABC), Domain Models,  Data Encapsulation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65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B0CD-7E13-391A-1CC0-A19A958ED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Software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225BE-4632-F347-1CE1-9A6DF81BB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Factory Pattern (Factories):</a:t>
            </a:r>
            <a:r>
              <a:rPr lang="en-US" dirty="0"/>
              <a:t> Decouples data creation from file parsing (CSV).</a:t>
            </a:r>
          </a:p>
          <a:p>
            <a:r>
              <a:rPr lang="en-US" b="1" dirty="0"/>
              <a:t>Strategy Pattern (</a:t>
            </a:r>
            <a:r>
              <a:rPr lang="en-US" b="1" dirty="0" err="1"/>
              <a:t>PricingEngine</a:t>
            </a:r>
            <a:r>
              <a:rPr lang="en-US" b="1" dirty="0"/>
              <a:t>):</a:t>
            </a:r>
            <a:r>
              <a:rPr lang="en-US" dirty="0"/>
              <a:t> Dynamically calculates fares based on user types. Easy to extend.</a:t>
            </a:r>
          </a:p>
        </p:txBody>
      </p:sp>
    </p:spTree>
    <p:extLst>
      <p:ext uri="{BB962C8B-B14F-4D97-AF65-F5344CB8AC3E}">
        <p14:creationId xmlns:p14="http://schemas.microsoft.com/office/powerpoint/2010/main" val="1155548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B2DA5-FD7D-F3B4-21F8-355CA5E2F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&amp; Algorithmic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843DE-8588-8BAA-7C01-4FA021452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Custom Merge Sort Implementation: </a:t>
            </a:r>
            <a:r>
              <a:rPr lang="en-US" dirty="0"/>
              <a:t>Chosen for its stable and efficient $O(n \log n)$ time complexity on large trip datasets.</a:t>
            </a:r>
          </a:p>
          <a:p>
            <a:r>
              <a:rPr lang="en-US" b="1" dirty="0"/>
              <a:t>NumPy Statistical Logic:</a:t>
            </a:r>
            <a:r>
              <a:rPr lang="en-US" dirty="0"/>
              <a:t> Vectorized operations for fast calculation of mean, median, standard deviation, and outlier detection.</a:t>
            </a:r>
          </a:p>
        </p:txBody>
      </p:sp>
    </p:spTree>
    <p:extLst>
      <p:ext uri="{BB962C8B-B14F-4D97-AF65-F5344CB8AC3E}">
        <p14:creationId xmlns:p14="http://schemas.microsoft.com/office/powerpoint/2010/main" val="1524925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9B770-E218-67F3-118A-E2D39FB31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2875" y="179574"/>
            <a:ext cx="9905998" cy="1478570"/>
          </a:xfrm>
        </p:spPr>
        <p:txBody>
          <a:bodyPr/>
          <a:lstStyle/>
          <a:p>
            <a:r>
              <a:rPr lang="en-US" dirty="0"/>
              <a:t>Automated Analytics &amp; Data-Driven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1345BD0-F286-63CA-5BF4-E6A19398BA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8144"/>
            <a:ext cx="5772150" cy="37212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B86474-D090-5E5C-B303-810FF7C91C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115" y="1658144"/>
            <a:ext cx="6238885" cy="374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39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F92FC-3449-27EA-ABAC-664378CB2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DA2B1-72D0-C54F-9BA2-D25809197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03475"/>
          </a:xfrm>
        </p:spPr>
        <p:txBody>
          <a:bodyPr/>
          <a:lstStyle/>
          <a:p>
            <a:r>
              <a:rPr lang="en-US" b="1" dirty="0"/>
              <a:t>Project Status:</a:t>
            </a:r>
            <a:r>
              <a:rPr lang="en-US" dirty="0"/>
              <a:t> Complete implementation of all technical Milestones.</a:t>
            </a:r>
          </a:p>
          <a:p>
            <a:r>
              <a:rPr lang="en-US" b="1" dirty="0"/>
              <a:t>Key Achievements:</a:t>
            </a:r>
            <a:r>
              <a:rPr lang="en-US" dirty="0"/>
              <a:t> High-performance, robust, and clean Python solution.</a:t>
            </a:r>
          </a:p>
          <a:p>
            <a:r>
              <a:rPr lang="en-US" b="1" dirty="0"/>
              <a:t>Future Work:</a:t>
            </a:r>
            <a:r>
              <a:rPr lang="en-US" dirty="0"/>
              <a:t> SQL Database Integration, Live Data Feed, User Interface (GUI/API).</a:t>
            </a:r>
          </a:p>
        </p:txBody>
      </p:sp>
    </p:spTree>
    <p:extLst>
      <p:ext uri="{BB962C8B-B14F-4D97-AF65-F5344CB8AC3E}">
        <p14:creationId xmlns:p14="http://schemas.microsoft.com/office/powerpoint/2010/main" val="3238734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BA7CF39-AE2D-9D13-16B5-197346E9B0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Thank you! Questions?</a:t>
            </a:r>
          </a:p>
        </p:txBody>
      </p:sp>
    </p:spTree>
    <p:extLst>
      <p:ext uri="{BB962C8B-B14F-4D97-AF65-F5344CB8AC3E}">
        <p14:creationId xmlns:p14="http://schemas.microsoft.com/office/powerpoint/2010/main" val="32452257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12</TotalTime>
  <Words>239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Andalus</vt:lpstr>
      <vt:lpstr>Arial</vt:lpstr>
      <vt:lpstr>Tw Cen MT</vt:lpstr>
      <vt:lpstr>Circuit</vt:lpstr>
      <vt:lpstr>City Bike Analysis System</vt:lpstr>
      <vt:lpstr>Project Vision &amp; Deliverables</vt:lpstr>
      <vt:lpstr>Software Architecture &amp; OOP</vt:lpstr>
      <vt:lpstr>Advanced Software Design Patterns</vt:lpstr>
      <vt:lpstr>Performance &amp; Algorithmic Efficiency</vt:lpstr>
      <vt:lpstr>Automated Analytics &amp; Data-Driven</vt:lpstr>
      <vt:lpstr>Conclusion &amp; Key Takeaways</vt:lpstr>
      <vt:lpstr>Thank you!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yasser nourallah</dc:creator>
  <cp:lastModifiedBy>yasser nourallah</cp:lastModifiedBy>
  <cp:revision>2</cp:revision>
  <dcterms:created xsi:type="dcterms:W3CDTF">2026-03-02T22:39:58Z</dcterms:created>
  <dcterms:modified xsi:type="dcterms:W3CDTF">2026-03-02T22:52:05Z</dcterms:modified>
</cp:coreProperties>
</file>